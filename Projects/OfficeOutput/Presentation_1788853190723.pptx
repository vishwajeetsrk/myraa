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E5FF"/>
                </a:solidFill>
                <a:latin typeface="Segoe UI"/>
              </a:defRPr>
            </a:pPr>
            <a:r>
              <a:t>MYRAA AI OS Enterprise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94A3B8"/>
                </a:solidFill>
                <a:latin typeface="Segoe UI"/>
              </a:defRPr>
            </a:pPr>
            <a:r>
              <a:t>Next-Generation Autonomous Multi-Agent Desktop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A855F7"/>
                </a:solidFill>
                <a:latin typeface="Segoe UI"/>
              </a:defRPr>
            </a:pPr>
            <a:r>
              <a:t>1. Autonomous AI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Zero-lag multimodal streaming via Gemini Live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Self-healing diagnostics engine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Mistake prevention ledger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A855F7"/>
                </a:solidFill>
                <a:latin typeface="Segoe UI"/>
              </a:defRPr>
            </a:pPr>
            <a:r>
              <a:t>2. App Studio &amp; Desktop Mastery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PRD markdown generator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Direct WMI hardware control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Native 30fps WebM screen recording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A855F7"/>
                </a:solidFill>
                <a:latin typeface="Segoe UI"/>
              </a:defRPr>
            </a:pPr>
            <a:r>
              <a:t>3. Strategic Vision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Continuous session memory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Dynamic Claude and MCP skill ingestion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Enterprise-ready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