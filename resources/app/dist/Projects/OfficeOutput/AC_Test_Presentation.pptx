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E5FF"/>
                </a:solidFill>
                <a:latin typeface="Segoe UI"/>
              </a:defRPr>
            </a:pPr>
            <a:r>
              <a:t>MYRAA v6.0 — New Capabilities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94A3B8"/>
                </a:solidFill>
                <a:latin typeface="Segoe UI"/>
              </a:defRPr>
            </a:pPr>
            <a:r>
              <a:t>Code Review + Precise Patching + Design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A855F7"/>
                </a:solidFill>
                <a:latin typeface="Segoe UI"/>
              </a:defRPr>
            </a:pPr>
            <a:r>
              <a:t>Code Review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130 files enumerated from dist/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JS/TS toolchain auto-detected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Per-file status: pending/clean/flagged/fixed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A855F7"/>
                </a:solidFill>
                <a:latin typeface="Segoe UI"/>
              </a:defRPr>
            </a:pPr>
            <a:r>
              <a:t>Surgical Patching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Line-range targeted replacement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Unified diff output per patch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Backup created before every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A855F7"/>
                </a:solidFill>
                <a:latin typeface="Segoe UI"/>
              </a:defRPr>
            </a:pPr>
            <a:r>
              <a:t>Document Design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Learned preferences persist to disk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Applied automatically at generation time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User corrections override defaults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